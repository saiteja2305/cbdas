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2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7B06-A468-0F21-D7E9-36CA7AF95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85D70-D1D7-BF5E-6A35-6DEC61E30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B715B-E066-5015-AF29-0E46591D4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EE2A9-E60A-9A0D-112C-4371B489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1E038-DA01-DA24-6127-BF27FA0C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52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533B-B997-5D35-ABAD-FFAC9C11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62BDE-9162-A033-B961-BF2E20EA5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3A56-3BBF-57E2-FFE3-1F50D0A4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318C3-C843-56EC-A43D-CF9A9504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62C81-B214-CC2D-AA16-55C8EA47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81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D9A9A-4AA9-0C0D-1FA4-67272A1E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2DC04-6940-CC0F-086C-F064A2CB8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3B3C1-F3D4-FDBA-1FEC-53FBF71A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01968-3FBE-D288-37E1-A54C107CD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51BDD-F127-F0BC-8D36-585526A4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94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13EA1-0D74-378B-3BD4-6B824BBE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DE341-83E1-A9BC-1532-1E8854B8F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B2E61-010D-3BF7-6677-AA6CDDAE9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2B4A1-27BE-FBA0-F40A-5145F63E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EBE8C-9B86-4A30-6529-134BA142A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AC324-6248-A3EF-206D-775E611D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2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E1932-067A-5EE4-8C8E-2500BB3C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FE0E3-50EA-204C-A5F3-4D666B982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3639D-EDAB-4660-F220-36F28C2DE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A1A7D-46EB-63CB-7D49-AEAB203EE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556FF-2913-E9F8-9C36-B293A54CA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8C0D7-D887-0E1F-187F-718F5247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E72697-4A7F-6945-33CC-C87307DA7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7AD74B-5F19-620D-122B-120A18CE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08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FF07-D613-76D1-BDCC-DC31E319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6820A-F662-2C75-DFB8-EAF3B5A8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39333-289E-B5A4-BF2A-847E2C5A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A8CFF-FEEE-7A37-C665-0F16C5A5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67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FB308-62B4-B3BC-367E-B31BECAB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07690-26E0-40A2-B4EF-C45EC8D71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51B9F-887A-7F93-DA81-5A8A392F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35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0E552-2EB5-9975-F9DE-510DE138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789AC-F03E-0F8E-275E-6E969E534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A1D78-298D-BB62-4600-547902E89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C87E6-F462-C7A6-90B6-600E8A8E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C6068-5BC9-DD4A-AB7D-1EA4E1B7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8187C-2D28-D6A4-EDF4-7E3D1DF7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743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D0D5-FD97-5C65-925F-73CCB859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E9B422-6753-434D-FD6E-37EAC88F1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F6EE8-0EE8-2C13-A22E-57DFC535A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D5E42-A892-C501-224B-5B9EF8633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4886A-B05B-A87E-4640-76E2508A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B52B0-49A0-8EBC-0EAD-B622BC6D2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87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F9D7F-259F-65B9-E8A0-A59C5690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0723F-0C60-FB7D-9364-757E99E0B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6B94C-B114-A309-21ED-76BBA83B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17BA9-C01D-167D-1BD3-37D5B165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A2977-E096-D2B1-59CB-8C567339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01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DDCE3-6B5D-F60A-A00C-CA3579E32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C536E-F05A-8791-84A3-E69F2F0C3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AF0AA-4415-45CC-A6D9-E15084B6F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C9051-A7BF-F044-0577-2194BDF03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C95-BF1E-E43B-842D-534EEBA6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2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A8D75-B023-9E09-5FD7-8C4703FB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AEBCE-07C3-A215-D654-C33DB5E9E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49C29-BE04-2F5B-D71B-A96F55AE4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FF67C-523A-4286-A4DC-B7E98F3B18C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820BB-42CC-B48A-D5BB-5A54E0E71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ABEF3-BD48-2B87-912E-D93F66C87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1B066-5BA7-48B1-B05A-6D29227D8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506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5E3F8D-AB57-B896-6D79-DCB5AC93B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77"/>
            <a:ext cx="12351807" cy="684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47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1842E-ECE0-9BAB-87E9-95F81FF6A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" y="0"/>
            <a:ext cx="12136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44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37AFE-8F38-5467-4F94-D1EAB11D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C1A08-CC16-B2A3-28F9-312D79251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"/>
            <a:ext cx="12192000" cy="685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94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6900D-862E-CBA2-93A9-5EF6E0EC6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45CC58-0D13-B165-4D3D-9D13CB1F5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5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B458F-9A2A-EA44-5823-6ED32B9A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F54160-786D-811A-936E-9D19F14EC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4"/>
            <a:ext cx="12192000" cy="685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35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A22D5-67D7-A761-1887-3EE4C6D05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01A672-8634-FC27-F2DC-E55F746CE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39"/>
            <a:ext cx="12192000" cy="681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40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BB793-30B3-B42F-5AA9-DE175851B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F80B8-21AA-80A2-0FDD-35AECD66F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4"/>
            <a:ext cx="12192000" cy="685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56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TEJA</dc:creator>
  <cp:lastModifiedBy>SAI TEJA</cp:lastModifiedBy>
  <cp:revision>1</cp:revision>
  <dcterms:created xsi:type="dcterms:W3CDTF">2026-03-07T05:38:14Z</dcterms:created>
  <dcterms:modified xsi:type="dcterms:W3CDTF">2026-03-07T05:52:46Z</dcterms:modified>
</cp:coreProperties>
</file>